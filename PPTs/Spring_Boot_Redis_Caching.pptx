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283272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377440" cy="2377440"/>
          </a:xfrm>
          <a:prstGeom prst="ellipse">
            <a:avLst/>
          </a:prstGeom>
          <a:solidFill>
            <a:srgbClr val="28327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1051560" cy="1051560"/>
          </a:xfrm>
          <a:prstGeom prst="ellipse">
            <a:avLst/>
          </a:prstGeom>
          <a:solidFill>
            <a:srgbClr val="DC38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89611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with Redis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frequent requests in microseconds — store hot data in memory and stop hammering your database.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8A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CACHE ABSTRACTION   •   @Cacheable   •   @CachePut   •   @CacheEvict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Updated: 31 Oct,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Caching — and Why Redis?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160520" cy="489204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frequently accessed data in memory, so future requests skip the database entirely.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154680"/>
            <a:ext cx="3520440" cy="0"/>
          </a:xfrm>
          <a:prstGeom prst="line">
            <a:avLst/>
          </a:prstGeom>
          <a:noFill/>
          <a:ln w="12700">
            <a:solidFill>
              <a:srgbClr val="3B44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fetched repeatedly is cached on first read — every later request returns instantly, without touching the database.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212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28327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2120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5340096"/>
            <a:ext cx="256032" cy="2560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377440" y="5212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DC382D"/>
          </a:solidFill>
          <a:ln/>
        </p:spPr>
      </p:sp>
      <p:sp>
        <p:nvSpPr>
          <p:cNvPr id="13" name="Text 10"/>
          <p:cNvSpPr/>
          <p:nvPr/>
        </p:nvSpPr>
        <p:spPr>
          <a:xfrm>
            <a:off x="2377440" y="52120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5340096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86200" y="52120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283272"/>
          </a:solidFill>
          <a:ln/>
        </p:spPr>
      </p:sp>
      <p:sp>
        <p:nvSpPr>
          <p:cNvPr id="16" name="Text 12"/>
          <p:cNvSpPr/>
          <p:nvPr/>
        </p:nvSpPr>
        <p:spPr>
          <a:xfrm>
            <a:off x="3886200" y="52120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983480" y="1417320"/>
            <a:ext cx="3246120" cy="1399032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12080" y="1645920"/>
            <a:ext cx="502920" cy="50292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177850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52160" y="15819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Speed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852160" y="190195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RAM for extremely low latency and high throughput.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549640" y="1417320"/>
            <a:ext cx="3246120" cy="1399032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778240" y="1645920"/>
            <a:ext cx="502920" cy="50292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177850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18320" y="15819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418320" y="190195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 large volume of read/write operations efficiently.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983480" y="3090672"/>
            <a:ext cx="3246120" cy="1399032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212080" y="3319272"/>
            <a:ext cx="502920" cy="50292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668" y="345186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52160" y="325526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5852160" y="3575304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strings, hashes, lists, sets, sorted sets.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549640" y="3090672"/>
            <a:ext cx="3246120" cy="1399032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778240" y="3319272"/>
            <a:ext cx="502920" cy="50292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0828" y="3451860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418320" y="325526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9418320" y="3575304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persist data to disk for added reliability.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4983480" y="4764024"/>
            <a:ext cx="3246120" cy="1399032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212080" y="4992624"/>
            <a:ext cx="502920" cy="50292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4668" y="5125212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852160" y="492861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Messaging</a:t>
            </a:r>
            <a:endParaRPr lang="en-US" sz="1350" dirty="0"/>
          </a:p>
        </p:txBody>
      </p:sp>
      <p:sp>
        <p:nvSpPr>
          <p:cNvPr id="41" name="Text 32"/>
          <p:cNvSpPr/>
          <p:nvPr/>
        </p:nvSpPr>
        <p:spPr>
          <a:xfrm>
            <a:off x="5852160" y="5248656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as a distributed cache and message queue.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4983480" y="4764024"/>
            <a:ext cx="6812280" cy="1399032"/>
          </a:xfrm>
          <a:prstGeom prst="roundRect">
            <a:avLst>
              <a:gd name="adj" fmla="val 6536"/>
            </a:avLst>
          </a:prstGeom>
          <a:solidFill>
            <a:srgbClr val="1E2761"/>
          </a:solidFill>
          <a:ln/>
        </p:spPr>
      </p:sp>
      <p:sp>
        <p:nvSpPr>
          <p:cNvPr id="43" name="Shape 34"/>
          <p:cNvSpPr/>
          <p:nvPr/>
        </p:nvSpPr>
        <p:spPr>
          <a:xfrm>
            <a:off x="5212080" y="5212080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4668" y="5344668"/>
            <a:ext cx="237744" cy="23774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852160" y="49651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Messaging</a:t>
            </a:r>
            <a:endParaRPr lang="en-US" sz="1350" dirty="0"/>
          </a:p>
        </p:txBody>
      </p:sp>
      <p:sp>
        <p:nvSpPr>
          <p:cNvPr id="46" name="Text 36"/>
          <p:cNvSpPr/>
          <p:nvPr/>
        </p:nvSpPr>
        <p:spPr>
          <a:xfrm>
            <a:off x="5852160" y="528523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for distributed caching and message queues across services.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Cache Abstraction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caching layer that lets you apply caching declaratively — without tying code to Redis, EhCache, or any specific provider.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606040" cy="109728"/>
          </a:xfrm>
          <a:prstGeom prst="roundRect">
            <a:avLst/>
          </a:prstGeom>
          <a:solidFill>
            <a:srgbClr val="5B6B8C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148840"/>
            <a:ext cx="777240" cy="77724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23454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@EnableCaching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52044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Spring’s caching mechanism across the application.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7830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783080"/>
            <a:ext cx="2606040" cy="109728"/>
          </a:xfrm>
          <a:prstGeom prst="roundRect">
            <a:avLst/>
          </a:prstGeom>
          <a:solidFill>
            <a:srgbClr val="DC382D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2148840"/>
            <a:ext cx="777240" cy="77724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23454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@Cacheable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30168" y="352044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a method’s return value so later calls skip re-execution.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7830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783080"/>
            <a:ext cx="2606040" cy="109728"/>
          </a:xfrm>
          <a:prstGeom prst="roundRect">
            <a:avLst/>
          </a:prstGeom>
          <a:solidFill>
            <a:srgbClr val="DC382D"/>
          </a:solidFill>
          <a:ln/>
        </p:spPr>
      </p:sp>
      <p:sp>
        <p:nvSpPr>
          <p:cNvPr id="18" name="Shape 14"/>
          <p:cNvSpPr/>
          <p:nvPr/>
        </p:nvSpPr>
        <p:spPr>
          <a:xfrm>
            <a:off x="7223760" y="2148840"/>
            <a:ext cx="777240" cy="77724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356" y="23454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@CachePut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510528" y="352044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the method and refreshes the cache with the result.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89720" y="17830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9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89720" y="1783080"/>
            <a:ext cx="2606040" cy="109728"/>
          </a:xfrm>
          <a:prstGeom prst="roundRect">
            <a:avLst/>
          </a:prstGeom>
          <a:solidFill>
            <a:srgbClr val="DC382D"/>
          </a:solidFill>
          <a:ln/>
        </p:spPr>
      </p:sp>
      <p:sp>
        <p:nvSpPr>
          <p:cNvPr id="24" name="Shape 19"/>
          <p:cNvSpPr/>
          <p:nvPr/>
        </p:nvSpPr>
        <p:spPr>
          <a:xfrm>
            <a:off x="10104120" y="2148840"/>
            <a:ext cx="777240" cy="77724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234543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8116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@CacheEvict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390888" y="352044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entries from the cache to keep data consistent.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489204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57800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51023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Provider-Agnostic Caching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600200" y="546811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same annotations at Redis today, and swap the underlying store tomorrow — the annotated code never changes.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Caching Works in Spring Boot with Redis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@Cacheable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87452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Called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19456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cache first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2171700"/>
            <a:ext cx="41148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17830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90088" y="187452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Check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90088" y="219456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exists in Redis?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171700"/>
            <a:ext cx="41148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14630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E9F7EE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62306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715000" y="14630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— return cached value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23317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 w="12700">
            <a:solidFill>
              <a:srgbClr val="DC382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49174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15000" y="2331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— execute method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223760" y="2674620"/>
            <a:ext cx="41148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7635240" y="178308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9">
                <a:alpha val="2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744968" y="18745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Return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744968" y="219456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cached in Redis, then returned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9646920" y="2674620"/>
            <a:ext cx="41148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10058400" y="17830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9202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058400" y="22219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01752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35661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DC382D"/>
          </a:solidFill>
          <a:ln/>
        </p:spPr>
      </p:sp>
      <p:sp>
        <p:nvSpPr>
          <p:cNvPr id="29" name="Text 24"/>
          <p:cNvSpPr/>
          <p:nvPr/>
        </p:nvSpPr>
        <p:spPr>
          <a:xfrm>
            <a:off x="54864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@CachePut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2331720" y="38176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2788920" y="35204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88036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Executes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983480" y="38176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5440680" y="3520440"/>
            <a:ext cx="594360" cy="59436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3675888"/>
            <a:ext cx="292608" cy="292608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309360" y="352044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37" name="Text 31"/>
          <p:cNvSpPr/>
          <p:nvPr/>
        </p:nvSpPr>
        <p:spPr>
          <a:xfrm>
            <a:off x="6400800" y="35204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Redis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8549640" y="3429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method every time and refreshes the cached value — cache always stays current.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48640" y="45262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5B6B8C"/>
          </a:solidFill>
          <a:ln/>
        </p:spPr>
      </p:sp>
      <p:sp>
        <p:nvSpPr>
          <p:cNvPr id="40" name="Text 34"/>
          <p:cNvSpPr/>
          <p:nvPr/>
        </p:nvSpPr>
        <p:spPr>
          <a:xfrm>
            <a:off x="548640" y="4526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@CacheEvict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2331720" y="47777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2788920" y="448056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2880360" y="4480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Executes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4983480" y="47777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45" name="Shape 39"/>
          <p:cNvSpPr/>
          <p:nvPr/>
        </p:nvSpPr>
        <p:spPr>
          <a:xfrm>
            <a:off x="5440680" y="4480560"/>
            <a:ext cx="594360" cy="59436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4636008"/>
            <a:ext cx="292608" cy="292608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6309360" y="448056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48" name="Text 41"/>
          <p:cNvSpPr/>
          <p:nvPr/>
        </p:nvSpPr>
        <p:spPr>
          <a:xfrm>
            <a:off x="6400800" y="44805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Redis</a:t>
            </a:r>
            <a:endParaRPr lang="en-US" sz="1150" dirty="0"/>
          </a:p>
        </p:txBody>
      </p:sp>
      <p:sp>
        <p:nvSpPr>
          <p:cNvPr id="49" name="Text 42"/>
          <p:cNvSpPr/>
          <p:nvPr/>
        </p:nvSpPr>
        <p:spPr>
          <a:xfrm>
            <a:off x="8549640" y="4389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cache entry when the underlying data changes or is deleted — keeps cache consistent.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FF3FC"/>
          </a:solidFill>
          <a:ln w="12700">
            <a:solidFill>
              <a:srgbClr val="DDE3F2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15000"/>
            <a:ext cx="411480" cy="41148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1417320" y="548640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annotations keep Redis in sync with your data — fast reads, fresh writes, and clean removals.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389120"/>
            <a:ext cx="3840480" cy="3840480"/>
          </a:xfrm>
          <a:prstGeom prst="ellipse">
            <a:avLst/>
          </a:prstGeom>
          <a:solidFill>
            <a:srgbClr val="2832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Redis at a glance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DC38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562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stores hot data in RAM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220370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accessed data is served in microseconds instead of round-tripping to the database.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417320" y="2743200"/>
            <a:ext cx="9692640" cy="0"/>
          </a:xfrm>
          <a:prstGeom prst="line">
            <a:avLst/>
          </a:prstGeom>
          <a:noFill/>
          <a:ln w="9525">
            <a:solidFill>
              <a:srgbClr val="3B448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DC38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449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8620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Spring’s abstraction stays provider-agnostic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417320" y="320954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@EnableCaching, @Cacheable, @CachePut, and @CacheEvict work the same whether the store is Redis or EhCache.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417320" y="3749040"/>
            <a:ext cx="9692640" cy="0"/>
          </a:xfrm>
          <a:prstGeom prst="line">
            <a:avLst/>
          </a:prstGeom>
          <a:noFill/>
          <a:ln w="9525">
            <a:solidFill>
              <a:srgbClr val="3B448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DC38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507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8679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@Cacheable short-circuits repeat calls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17320" y="421538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cache first; only executes and stores on a miss.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417320" y="4754880"/>
            <a:ext cx="9692640" cy="0"/>
          </a:xfrm>
          <a:prstGeom prst="line">
            <a:avLst/>
          </a:prstGeom>
          <a:noFill/>
          <a:ln w="9525">
            <a:solidFill>
              <a:srgbClr val="3B448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DC38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0566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8737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@CachePut and @CacheEvict keep data fresh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417320" y="52212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updates the cache on every call, the other removes stale entries — together they preserve consistency.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2026-07-29T07:33:41Z</dcterms:created>
  <dcterms:modified xsi:type="dcterms:W3CDTF">2026-07-29T07:33:41Z</dcterms:modified>
</cp:coreProperties>
</file>